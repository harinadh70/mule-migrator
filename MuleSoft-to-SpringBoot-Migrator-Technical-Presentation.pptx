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D29CF5-0014-4FCE-A262-2EA13845EDFF}" v="2" dt="2026-04-15T10:53:00.1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kalabhaktula, Harinadh" userId="c44adf5a-caa9-4fb3-bde2-4eedf2d1f434" providerId="ADAL" clId="{D8E978C8-71D9-4BD0-B5D7-69039F0604A5}"/>
    <pc:docChg chg="undo custSel addSld delSld modSld">
      <pc:chgData name="Sakalabhaktula, Harinadh" userId="c44adf5a-caa9-4fb3-bde2-4eedf2d1f434" providerId="ADAL" clId="{D8E978C8-71D9-4BD0-B5D7-69039F0604A5}" dt="2026-04-15T10:53:18.951" v="191" actId="20577"/>
      <pc:docMkLst>
        <pc:docMk/>
      </pc:docMkLst>
      <pc:sldChg chg="addSp delSp modSp mod">
        <pc:chgData name="Sakalabhaktula, Harinadh" userId="c44adf5a-caa9-4fb3-bde2-4eedf2d1f434" providerId="ADAL" clId="{D8E978C8-71D9-4BD0-B5D7-69039F0604A5}" dt="2026-04-15T10:53:18.951" v="191" actId="20577"/>
        <pc:sldMkLst>
          <pc:docMk/>
          <pc:sldMk cId="0" sldId="256"/>
        </pc:sldMkLst>
        <pc:spChg chg="mod">
          <ac:chgData name="Sakalabhaktula, Harinadh" userId="c44adf5a-caa9-4fb3-bde2-4eedf2d1f434" providerId="ADAL" clId="{D8E978C8-71D9-4BD0-B5D7-69039F0604A5}" dt="2026-04-15T10:53:18.951" v="191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Sakalabhaktula, Harinadh" userId="c44adf5a-caa9-4fb3-bde2-4eedf2d1f434" providerId="ADAL" clId="{D8E978C8-71D9-4BD0-B5D7-69039F0604A5}" dt="2026-04-15T10:45:45.645" v="146" actId="20577"/>
          <ac:spMkLst>
            <pc:docMk/>
            <pc:sldMk cId="0" sldId="256"/>
            <ac:spMk id="5" creationId="{00000000-0000-0000-0000-000000000000}"/>
          </ac:spMkLst>
        </pc:spChg>
        <pc:spChg chg="add del">
          <ac:chgData name="Sakalabhaktula, Harinadh" userId="c44adf5a-caa9-4fb3-bde2-4eedf2d1f434" providerId="ADAL" clId="{D8E978C8-71D9-4BD0-B5D7-69039F0604A5}" dt="2026-04-15T10:46:12.635" v="150" actId="21"/>
          <ac:spMkLst>
            <pc:docMk/>
            <pc:sldMk cId="0" sldId="256"/>
            <ac:spMk id="6" creationId="{00000000-0000-0000-0000-000000000000}"/>
          </ac:spMkLst>
        </pc:spChg>
        <pc:spChg chg="add del">
          <ac:chgData name="Sakalabhaktula, Harinadh" userId="c44adf5a-caa9-4fb3-bde2-4eedf2d1f434" providerId="ADAL" clId="{D8E978C8-71D9-4BD0-B5D7-69039F0604A5}" dt="2026-04-15T10:46:12.635" v="150" actId="21"/>
          <ac:spMkLst>
            <pc:docMk/>
            <pc:sldMk cId="0" sldId="256"/>
            <ac:spMk id="7" creationId="{00000000-0000-0000-0000-000000000000}"/>
          </ac:spMkLst>
        </pc:spChg>
        <pc:spChg chg="add del mod">
          <ac:chgData name="Sakalabhaktula, Harinadh" userId="c44adf5a-caa9-4fb3-bde2-4eedf2d1f434" providerId="ADAL" clId="{D8E978C8-71D9-4BD0-B5D7-69039F0604A5}" dt="2026-04-15T10:46:12.635" v="150" actId="21"/>
          <ac:spMkLst>
            <pc:docMk/>
            <pc:sldMk cId="0" sldId="256"/>
            <ac:spMk id="8" creationId="{00000000-0000-0000-0000-000000000000}"/>
          </ac:spMkLst>
        </pc:spChg>
        <pc:spChg chg="add del mod">
          <ac:chgData name="Sakalabhaktula, Harinadh" userId="c44adf5a-caa9-4fb3-bde2-4eedf2d1f434" providerId="ADAL" clId="{D8E978C8-71D9-4BD0-B5D7-69039F0604A5}" dt="2026-04-15T10:46:12.635" v="150" actId="21"/>
          <ac:spMkLst>
            <pc:docMk/>
            <pc:sldMk cId="0" sldId="256"/>
            <ac:spMk id="9" creationId="{00000000-0000-0000-0000-000000000000}"/>
          </ac:spMkLst>
        </pc:spChg>
        <pc:spChg chg="add del mod">
          <ac:chgData name="Sakalabhaktula, Harinadh" userId="c44adf5a-caa9-4fb3-bde2-4eedf2d1f434" providerId="ADAL" clId="{D8E978C8-71D9-4BD0-B5D7-69039F0604A5}" dt="2026-04-15T10:46:12.635" v="150" actId="21"/>
          <ac:spMkLst>
            <pc:docMk/>
            <pc:sldMk cId="0" sldId="256"/>
            <ac:spMk id="10" creationId="{00000000-0000-0000-0000-000000000000}"/>
          </ac:spMkLst>
        </pc:spChg>
        <pc:spChg chg="add del mod">
          <ac:chgData name="Sakalabhaktula, Harinadh" userId="c44adf5a-caa9-4fb3-bde2-4eedf2d1f434" providerId="ADAL" clId="{D8E978C8-71D9-4BD0-B5D7-69039F0604A5}" dt="2026-04-15T10:46:12.635" v="150" actId="21"/>
          <ac:spMkLst>
            <pc:docMk/>
            <pc:sldMk cId="0" sldId="256"/>
            <ac:spMk id="11" creationId="{00000000-0000-0000-0000-000000000000}"/>
          </ac:spMkLst>
        </pc:spChg>
        <pc:spChg chg="del">
          <ac:chgData name="Sakalabhaktula, Harinadh" userId="c44adf5a-caa9-4fb3-bde2-4eedf2d1f434" providerId="ADAL" clId="{D8E978C8-71D9-4BD0-B5D7-69039F0604A5}" dt="2026-04-15T10:45:10.092" v="136" actId="478"/>
          <ac:spMkLst>
            <pc:docMk/>
            <pc:sldMk cId="0" sldId="256"/>
            <ac:spMk id="12" creationId="{00000000-0000-0000-0000-000000000000}"/>
          </ac:spMkLst>
        </pc:spChg>
        <pc:spChg chg="del">
          <ac:chgData name="Sakalabhaktula, Harinadh" userId="c44adf5a-caa9-4fb3-bde2-4eedf2d1f434" providerId="ADAL" clId="{D8E978C8-71D9-4BD0-B5D7-69039F0604A5}" dt="2026-04-15T10:45:11.921" v="137" actId="478"/>
          <ac:spMkLst>
            <pc:docMk/>
            <pc:sldMk cId="0" sldId="256"/>
            <ac:spMk id="13" creationId="{00000000-0000-0000-0000-000000000000}"/>
          </ac:spMkLst>
        </pc:spChg>
        <pc:spChg chg="add del mod">
          <ac:chgData name="Sakalabhaktula, Harinadh" userId="c44adf5a-caa9-4fb3-bde2-4eedf2d1f434" providerId="ADAL" clId="{D8E978C8-71D9-4BD0-B5D7-69039F0604A5}" dt="2026-04-15T10:46:12.635" v="150" actId="21"/>
          <ac:spMkLst>
            <pc:docMk/>
            <pc:sldMk cId="0" sldId="256"/>
            <ac:spMk id="14" creationId="{00000000-0000-0000-0000-000000000000}"/>
          </ac:spMkLst>
        </pc:spChg>
        <pc:spChg chg="add del mod">
          <ac:chgData name="Sakalabhaktula, Harinadh" userId="c44adf5a-caa9-4fb3-bde2-4eedf2d1f434" providerId="ADAL" clId="{D8E978C8-71D9-4BD0-B5D7-69039F0604A5}" dt="2026-04-15T10:46:12.635" v="150" actId="21"/>
          <ac:spMkLst>
            <pc:docMk/>
            <pc:sldMk cId="0" sldId="256"/>
            <ac:spMk id="15" creationId="{00000000-0000-0000-0000-000000000000}"/>
          </ac:spMkLst>
        </pc:spChg>
        <pc:spChg chg="mod">
          <ac:chgData name="Sakalabhaktula, Harinadh" userId="c44adf5a-caa9-4fb3-bde2-4eedf2d1f434" providerId="ADAL" clId="{D8E978C8-71D9-4BD0-B5D7-69039F0604A5}" dt="2026-04-15T10:27:11.980" v="84" actId="1076"/>
          <ac:spMkLst>
            <pc:docMk/>
            <pc:sldMk cId="0" sldId="256"/>
            <ac:spMk id="16" creationId="{00000000-0000-0000-0000-000000000000}"/>
          </ac:spMkLst>
        </pc:spChg>
        <pc:spChg chg="mod">
          <ac:chgData name="Sakalabhaktula, Harinadh" userId="c44adf5a-caa9-4fb3-bde2-4eedf2d1f434" providerId="ADAL" clId="{D8E978C8-71D9-4BD0-B5D7-69039F0604A5}" dt="2026-04-15T10:27:16.757" v="88" actId="20577"/>
          <ac:spMkLst>
            <pc:docMk/>
            <pc:sldMk cId="0" sldId="256"/>
            <ac:spMk id="17" creationId="{00000000-0000-0000-0000-000000000000}"/>
          </ac:spMkLst>
        </pc:spChg>
      </pc:sldChg>
      <pc:sldChg chg="del">
        <pc:chgData name="Sakalabhaktula, Harinadh" userId="c44adf5a-caa9-4fb3-bde2-4eedf2d1f434" providerId="ADAL" clId="{D8E978C8-71D9-4BD0-B5D7-69039F0604A5}" dt="2026-04-15T10:26:57.982" v="82" actId="47"/>
        <pc:sldMkLst>
          <pc:docMk/>
          <pc:sldMk cId="0" sldId="257"/>
        </pc:sldMkLst>
      </pc:sldChg>
      <pc:sldChg chg="addSp delSp modSp mod">
        <pc:chgData name="Sakalabhaktula, Harinadh" userId="c44adf5a-caa9-4fb3-bde2-4eedf2d1f434" providerId="ADAL" clId="{D8E978C8-71D9-4BD0-B5D7-69039F0604A5}" dt="2026-04-15T10:46:21.328" v="152" actId="1076"/>
        <pc:sldMkLst>
          <pc:docMk/>
          <pc:sldMk cId="0" sldId="258"/>
        </pc:sldMkLst>
        <pc:spChg chg="del">
          <ac:chgData name="Sakalabhaktula, Harinadh" userId="c44adf5a-caa9-4fb3-bde2-4eedf2d1f434" providerId="ADAL" clId="{D8E978C8-71D9-4BD0-B5D7-69039F0604A5}" dt="2026-04-15T10:26:41.024" v="79" actId="478"/>
          <ac:spMkLst>
            <pc:docMk/>
            <pc:sldMk cId="0" sldId="258"/>
            <ac:spMk id="52" creationId="{00000000-0000-0000-0000-000000000000}"/>
          </ac:spMkLst>
        </pc:spChg>
        <pc:spChg chg="del mod">
          <ac:chgData name="Sakalabhaktula, Harinadh" userId="c44adf5a-caa9-4fb3-bde2-4eedf2d1f434" providerId="ADAL" clId="{D8E978C8-71D9-4BD0-B5D7-69039F0604A5}" dt="2026-04-15T10:26:44.547" v="81" actId="478"/>
          <ac:spMkLst>
            <pc:docMk/>
            <pc:sldMk cId="0" sldId="258"/>
            <ac:spMk id="53" creationId="{00000000-0000-0000-0000-000000000000}"/>
          </ac:spMkLst>
        </pc:spChg>
        <pc:spChg chg="mod">
          <ac:chgData name="Sakalabhaktula, Harinadh" userId="c44adf5a-caa9-4fb3-bde2-4eedf2d1f434" providerId="ADAL" clId="{D8E978C8-71D9-4BD0-B5D7-69039F0604A5}" dt="2026-04-15T10:27:21.950" v="89" actId="20577"/>
          <ac:spMkLst>
            <pc:docMk/>
            <pc:sldMk cId="0" sldId="258"/>
            <ac:spMk id="54" creationId="{00000000-0000-0000-0000-000000000000}"/>
          </ac:spMkLst>
        </pc:spChg>
        <pc:spChg chg="add mod">
          <ac:chgData name="Sakalabhaktula, Harinadh" userId="c44adf5a-caa9-4fb3-bde2-4eedf2d1f434" providerId="ADAL" clId="{D8E978C8-71D9-4BD0-B5D7-69039F0604A5}" dt="2026-04-15T10:46:21.328" v="152" actId="1076"/>
          <ac:spMkLst>
            <pc:docMk/>
            <pc:sldMk cId="0" sldId="258"/>
            <ac:spMk id="55" creationId="{00000000-0000-0000-0000-000000000000}"/>
          </ac:spMkLst>
        </pc:spChg>
        <pc:spChg chg="add mod">
          <ac:chgData name="Sakalabhaktula, Harinadh" userId="c44adf5a-caa9-4fb3-bde2-4eedf2d1f434" providerId="ADAL" clId="{D8E978C8-71D9-4BD0-B5D7-69039F0604A5}" dt="2026-04-15T10:46:21.328" v="152" actId="1076"/>
          <ac:spMkLst>
            <pc:docMk/>
            <pc:sldMk cId="0" sldId="258"/>
            <ac:spMk id="56" creationId="{00000000-0000-0000-0000-000000000000}"/>
          </ac:spMkLst>
        </pc:spChg>
        <pc:spChg chg="add mod">
          <ac:chgData name="Sakalabhaktula, Harinadh" userId="c44adf5a-caa9-4fb3-bde2-4eedf2d1f434" providerId="ADAL" clId="{D8E978C8-71D9-4BD0-B5D7-69039F0604A5}" dt="2026-04-15T10:46:21.328" v="152" actId="1076"/>
          <ac:spMkLst>
            <pc:docMk/>
            <pc:sldMk cId="0" sldId="258"/>
            <ac:spMk id="57" creationId="{00000000-0000-0000-0000-000000000000}"/>
          </ac:spMkLst>
        </pc:spChg>
        <pc:spChg chg="add mod">
          <ac:chgData name="Sakalabhaktula, Harinadh" userId="c44adf5a-caa9-4fb3-bde2-4eedf2d1f434" providerId="ADAL" clId="{D8E978C8-71D9-4BD0-B5D7-69039F0604A5}" dt="2026-04-15T10:46:21.328" v="152" actId="1076"/>
          <ac:spMkLst>
            <pc:docMk/>
            <pc:sldMk cId="0" sldId="258"/>
            <ac:spMk id="58" creationId="{00000000-0000-0000-0000-000000000000}"/>
          </ac:spMkLst>
        </pc:spChg>
        <pc:spChg chg="add mod">
          <ac:chgData name="Sakalabhaktula, Harinadh" userId="c44adf5a-caa9-4fb3-bde2-4eedf2d1f434" providerId="ADAL" clId="{D8E978C8-71D9-4BD0-B5D7-69039F0604A5}" dt="2026-04-15T10:46:21.328" v="152" actId="1076"/>
          <ac:spMkLst>
            <pc:docMk/>
            <pc:sldMk cId="0" sldId="258"/>
            <ac:spMk id="59" creationId="{00000000-0000-0000-0000-000000000000}"/>
          </ac:spMkLst>
        </pc:spChg>
        <pc:spChg chg="add mod">
          <ac:chgData name="Sakalabhaktula, Harinadh" userId="c44adf5a-caa9-4fb3-bde2-4eedf2d1f434" providerId="ADAL" clId="{D8E978C8-71D9-4BD0-B5D7-69039F0604A5}" dt="2026-04-15T10:46:21.328" v="152" actId="1076"/>
          <ac:spMkLst>
            <pc:docMk/>
            <pc:sldMk cId="0" sldId="258"/>
            <ac:spMk id="60" creationId="{00000000-0000-0000-0000-000000000000}"/>
          </ac:spMkLst>
        </pc:spChg>
        <pc:spChg chg="add mod">
          <ac:chgData name="Sakalabhaktula, Harinadh" userId="c44adf5a-caa9-4fb3-bde2-4eedf2d1f434" providerId="ADAL" clId="{D8E978C8-71D9-4BD0-B5D7-69039F0604A5}" dt="2026-04-15T10:46:21.328" v="152" actId="1076"/>
          <ac:spMkLst>
            <pc:docMk/>
            <pc:sldMk cId="0" sldId="258"/>
            <ac:spMk id="61" creationId="{00000000-0000-0000-0000-000000000000}"/>
          </ac:spMkLst>
        </pc:spChg>
        <pc:spChg chg="add mod">
          <ac:chgData name="Sakalabhaktula, Harinadh" userId="c44adf5a-caa9-4fb3-bde2-4eedf2d1f434" providerId="ADAL" clId="{D8E978C8-71D9-4BD0-B5D7-69039F0604A5}" dt="2026-04-15T10:46:21.328" v="152" actId="1076"/>
          <ac:spMkLst>
            <pc:docMk/>
            <pc:sldMk cId="0" sldId="258"/>
            <ac:spMk id="62" creationId="{00000000-0000-0000-0000-000000000000}"/>
          </ac:spMkLst>
        </pc:spChg>
      </pc:sldChg>
      <pc:sldChg chg="del">
        <pc:chgData name="Sakalabhaktula, Harinadh" userId="c44adf5a-caa9-4fb3-bde2-4eedf2d1f434" providerId="ADAL" clId="{D8E978C8-71D9-4BD0-B5D7-69039F0604A5}" dt="2026-04-15T10:26:34.607" v="77" actId="47"/>
        <pc:sldMkLst>
          <pc:docMk/>
          <pc:sldMk cId="0" sldId="259"/>
        </pc:sldMkLst>
      </pc:sldChg>
      <pc:sldChg chg="modSp mod">
        <pc:chgData name="Sakalabhaktula, Harinadh" userId="c44adf5a-caa9-4fb3-bde2-4eedf2d1f434" providerId="ADAL" clId="{D8E978C8-71D9-4BD0-B5D7-69039F0604A5}" dt="2026-04-15T10:47:17.133" v="169" actId="20577"/>
        <pc:sldMkLst>
          <pc:docMk/>
          <pc:sldMk cId="0" sldId="260"/>
        </pc:sldMkLst>
        <pc:spChg chg="mod">
          <ac:chgData name="Sakalabhaktula, Harinadh" userId="c44adf5a-caa9-4fb3-bde2-4eedf2d1f434" providerId="ADAL" clId="{D8E978C8-71D9-4BD0-B5D7-69039F0604A5}" dt="2026-04-15T10:47:17.133" v="169" actId="20577"/>
          <ac:spMkLst>
            <pc:docMk/>
            <pc:sldMk cId="0" sldId="260"/>
            <ac:spMk id="3" creationId="{00000000-0000-0000-0000-000000000000}"/>
          </ac:spMkLst>
        </pc:spChg>
        <pc:spChg chg="mod">
          <ac:chgData name="Sakalabhaktula, Harinadh" userId="c44adf5a-caa9-4fb3-bde2-4eedf2d1f434" providerId="ADAL" clId="{D8E978C8-71D9-4BD0-B5D7-69039F0604A5}" dt="2026-04-15T10:47:11.755" v="164" actId="20577"/>
          <ac:spMkLst>
            <pc:docMk/>
            <pc:sldMk cId="0" sldId="260"/>
            <ac:spMk id="4" creationId="{00000000-0000-0000-0000-000000000000}"/>
          </ac:spMkLst>
        </pc:spChg>
        <pc:spChg chg="mod">
          <ac:chgData name="Sakalabhaktula, Harinadh" userId="c44adf5a-caa9-4fb3-bde2-4eedf2d1f434" providerId="ADAL" clId="{D8E978C8-71D9-4BD0-B5D7-69039F0604A5}" dt="2026-04-15T10:27:27.262" v="90" actId="20577"/>
          <ac:spMkLst>
            <pc:docMk/>
            <pc:sldMk cId="0" sldId="260"/>
            <ac:spMk id="41" creationId="{00000000-0000-0000-0000-000000000000}"/>
          </ac:spMkLst>
        </pc:spChg>
      </pc:sldChg>
      <pc:sldChg chg="modSp mod">
        <pc:chgData name="Sakalabhaktula, Harinadh" userId="c44adf5a-caa9-4fb3-bde2-4eedf2d1f434" providerId="ADAL" clId="{D8E978C8-71D9-4BD0-B5D7-69039F0604A5}" dt="2026-04-15T10:28:05.783" v="93" actId="20577"/>
        <pc:sldMkLst>
          <pc:docMk/>
          <pc:sldMk cId="0" sldId="261"/>
        </pc:sldMkLst>
        <pc:spChg chg="mod">
          <ac:chgData name="Sakalabhaktula, Harinadh" userId="c44adf5a-caa9-4fb3-bde2-4eedf2d1f434" providerId="ADAL" clId="{D8E978C8-71D9-4BD0-B5D7-69039F0604A5}" dt="2026-04-15T10:26:18.692" v="76" actId="20577"/>
          <ac:spMkLst>
            <pc:docMk/>
            <pc:sldMk cId="0" sldId="261"/>
            <ac:spMk id="22" creationId="{00000000-0000-0000-0000-000000000000}"/>
          </ac:spMkLst>
        </pc:spChg>
        <pc:spChg chg="mod">
          <ac:chgData name="Sakalabhaktula, Harinadh" userId="c44adf5a-caa9-4fb3-bde2-4eedf2d1f434" providerId="ADAL" clId="{D8E978C8-71D9-4BD0-B5D7-69039F0604A5}" dt="2026-04-15T10:25:32.846" v="23" actId="1076"/>
          <ac:spMkLst>
            <pc:docMk/>
            <pc:sldMk cId="0" sldId="261"/>
            <ac:spMk id="31" creationId="{00000000-0000-0000-0000-000000000000}"/>
          </ac:spMkLst>
        </pc:spChg>
        <pc:spChg chg="mod">
          <ac:chgData name="Sakalabhaktula, Harinadh" userId="c44adf5a-caa9-4fb3-bde2-4eedf2d1f434" providerId="ADAL" clId="{D8E978C8-71D9-4BD0-B5D7-69039F0604A5}" dt="2026-04-15T10:24:50.342" v="18" actId="20577"/>
          <ac:spMkLst>
            <pc:docMk/>
            <pc:sldMk cId="0" sldId="261"/>
            <ac:spMk id="40" creationId="{00000000-0000-0000-0000-000000000000}"/>
          </ac:spMkLst>
        </pc:spChg>
        <pc:spChg chg="mod">
          <ac:chgData name="Sakalabhaktula, Harinadh" userId="c44adf5a-caa9-4fb3-bde2-4eedf2d1f434" providerId="ADAL" clId="{D8E978C8-71D9-4BD0-B5D7-69039F0604A5}" dt="2026-04-15T10:25:09.981" v="20" actId="20577"/>
          <ac:spMkLst>
            <pc:docMk/>
            <pc:sldMk cId="0" sldId="261"/>
            <ac:spMk id="48" creationId="{00000000-0000-0000-0000-000000000000}"/>
          </ac:spMkLst>
        </pc:spChg>
        <pc:spChg chg="mod">
          <ac:chgData name="Sakalabhaktula, Harinadh" userId="c44adf5a-caa9-4fb3-bde2-4eedf2d1f434" providerId="ADAL" clId="{D8E978C8-71D9-4BD0-B5D7-69039F0604A5}" dt="2026-04-15T10:28:05.783" v="93" actId="20577"/>
          <ac:spMkLst>
            <pc:docMk/>
            <pc:sldMk cId="0" sldId="261"/>
            <ac:spMk id="57" creationId="{00000000-0000-0000-0000-000000000000}"/>
          </ac:spMkLst>
        </pc:spChg>
        <pc:spChg chg="mod">
          <ac:chgData name="Sakalabhaktula, Harinadh" userId="c44adf5a-caa9-4fb3-bde2-4eedf2d1f434" providerId="ADAL" clId="{D8E978C8-71D9-4BD0-B5D7-69039F0604A5}" dt="2026-04-15T10:27:30.774" v="91" actId="20577"/>
          <ac:spMkLst>
            <pc:docMk/>
            <pc:sldMk cId="0" sldId="261"/>
            <ac:spMk id="58" creationId="{00000000-0000-0000-0000-000000000000}"/>
          </ac:spMkLst>
        </pc:spChg>
      </pc:sldChg>
      <pc:sldChg chg="del mod modShow">
        <pc:chgData name="Sakalabhaktula, Harinadh" userId="c44adf5a-caa9-4fb3-bde2-4eedf2d1f434" providerId="ADAL" clId="{D8E978C8-71D9-4BD0-B5D7-69039F0604A5}" dt="2026-04-15T10:24:14.451" v="2" actId="47"/>
        <pc:sldMkLst>
          <pc:docMk/>
          <pc:sldMk cId="0" sldId="262"/>
        </pc:sldMkLst>
      </pc:sldChg>
      <pc:sldChg chg="addSp modSp new mod">
        <pc:chgData name="Sakalabhaktula, Harinadh" userId="c44adf5a-caa9-4fb3-bde2-4eedf2d1f434" providerId="ADAL" clId="{D8E978C8-71D9-4BD0-B5D7-69039F0604A5}" dt="2026-04-15T10:29:13.580" v="97" actId="1076"/>
        <pc:sldMkLst>
          <pc:docMk/>
          <pc:sldMk cId="2913887521" sldId="262"/>
        </pc:sldMkLst>
        <pc:picChg chg="add mod">
          <ac:chgData name="Sakalabhaktula, Harinadh" userId="c44adf5a-caa9-4fb3-bde2-4eedf2d1f434" providerId="ADAL" clId="{D8E978C8-71D9-4BD0-B5D7-69039F0604A5}" dt="2026-04-15T10:29:13.580" v="97" actId="1076"/>
          <ac:picMkLst>
            <pc:docMk/>
            <pc:sldMk cId="2913887521" sldId="262"/>
            <ac:picMk id="3" creationId="{42F583FD-5946-E625-2E84-2DB9F26B9349}"/>
          </ac:picMkLst>
        </pc:picChg>
      </pc:sldChg>
      <pc:sldChg chg="del mod modShow">
        <pc:chgData name="Sakalabhaktula, Harinadh" userId="c44adf5a-caa9-4fb3-bde2-4eedf2d1f434" providerId="ADAL" clId="{D8E978C8-71D9-4BD0-B5D7-69039F0604A5}" dt="2026-04-15T10:27:35.286" v="92" actId="47"/>
        <pc:sldMkLst>
          <pc:docMk/>
          <pc:sldMk cId="0" sldId="263"/>
        </pc:sldMkLst>
      </pc:sldChg>
      <pc:sldChg chg="addSp new mod">
        <pc:chgData name="Sakalabhaktula, Harinadh" userId="c44adf5a-caa9-4fb3-bde2-4eedf2d1f434" providerId="ADAL" clId="{D8E978C8-71D9-4BD0-B5D7-69039F0604A5}" dt="2026-04-15T10:30:44.599" v="99" actId="22"/>
        <pc:sldMkLst>
          <pc:docMk/>
          <pc:sldMk cId="3363720139" sldId="263"/>
        </pc:sldMkLst>
        <pc:picChg chg="add">
          <ac:chgData name="Sakalabhaktula, Harinadh" userId="c44adf5a-caa9-4fb3-bde2-4eedf2d1f434" providerId="ADAL" clId="{D8E978C8-71D9-4BD0-B5D7-69039F0604A5}" dt="2026-04-15T10:30:44.599" v="99" actId="22"/>
          <ac:picMkLst>
            <pc:docMk/>
            <pc:sldMk cId="3363720139" sldId="263"/>
            <ac:picMk id="3" creationId="{120576CC-8576-A713-4B29-01973D530227}"/>
          </ac:picMkLst>
        </pc:picChg>
      </pc:sldChg>
      <pc:sldChg chg="addSp new mod">
        <pc:chgData name="Sakalabhaktula, Harinadh" userId="c44adf5a-caa9-4fb3-bde2-4eedf2d1f434" providerId="ADAL" clId="{D8E978C8-71D9-4BD0-B5D7-69039F0604A5}" dt="2026-04-15T10:34:11.776" v="101" actId="22"/>
        <pc:sldMkLst>
          <pc:docMk/>
          <pc:sldMk cId="2027520977" sldId="264"/>
        </pc:sldMkLst>
        <pc:picChg chg="add">
          <ac:chgData name="Sakalabhaktula, Harinadh" userId="c44adf5a-caa9-4fb3-bde2-4eedf2d1f434" providerId="ADAL" clId="{D8E978C8-71D9-4BD0-B5D7-69039F0604A5}" dt="2026-04-15T10:34:11.776" v="101" actId="22"/>
          <ac:picMkLst>
            <pc:docMk/>
            <pc:sldMk cId="2027520977" sldId="264"/>
            <ac:picMk id="3" creationId="{A878899E-239E-731F-DA5D-056CD3B17A35}"/>
          </ac:picMkLst>
        </pc:picChg>
      </pc:sldChg>
      <pc:sldChg chg="addSp new mod">
        <pc:chgData name="Sakalabhaktula, Harinadh" userId="c44adf5a-caa9-4fb3-bde2-4eedf2d1f434" providerId="ADAL" clId="{D8E978C8-71D9-4BD0-B5D7-69039F0604A5}" dt="2026-04-15T10:35:51.642" v="103" actId="22"/>
        <pc:sldMkLst>
          <pc:docMk/>
          <pc:sldMk cId="2693910922" sldId="265"/>
        </pc:sldMkLst>
        <pc:picChg chg="add">
          <ac:chgData name="Sakalabhaktula, Harinadh" userId="c44adf5a-caa9-4fb3-bde2-4eedf2d1f434" providerId="ADAL" clId="{D8E978C8-71D9-4BD0-B5D7-69039F0604A5}" dt="2026-04-15T10:35:51.642" v="103" actId="22"/>
          <ac:picMkLst>
            <pc:docMk/>
            <pc:sldMk cId="2693910922" sldId="265"/>
            <ac:picMk id="3" creationId="{34964956-B116-6CFA-C6F8-760D0F72C360}"/>
          </ac:picMkLst>
        </pc:picChg>
      </pc:sldChg>
      <pc:sldChg chg="addSp new mod">
        <pc:chgData name="Sakalabhaktula, Harinadh" userId="c44adf5a-caa9-4fb3-bde2-4eedf2d1f434" providerId="ADAL" clId="{D8E978C8-71D9-4BD0-B5D7-69039F0604A5}" dt="2026-04-15T10:36:14.186" v="105" actId="22"/>
        <pc:sldMkLst>
          <pc:docMk/>
          <pc:sldMk cId="1836098504" sldId="266"/>
        </pc:sldMkLst>
        <pc:picChg chg="add">
          <ac:chgData name="Sakalabhaktula, Harinadh" userId="c44adf5a-caa9-4fb3-bde2-4eedf2d1f434" providerId="ADAL" clId="{D8E978C8-71D9-4BD0-B5D7-69039F0604A5}" dt="2026-04-15T10:36:14.186" v="105" actId="22"/>
          <ac:picMkLst>
            <pc:docMk/>
            <pc:sldMk cId="1836098504" sldId="266"/>
            <ac:picMk id="3" creationId="{01292140-1B43-EB8C-2713-59C2624CD346}"/>
          </ac:picMkLst>
        </pc:picChg>
      </pc:sldChg>
      <pc:sldChg chg="addSp new mod">
        <pc:chgData name="Sakalabhaktula, Harinadh" userId="c44adf5a-caa9-4fb3-bde2-4eedf2d1f434" providerId="ADAL" clId="{D8E978C8-71D9-4BD0-B5D7-69039F0604A5}" dt="2026-04-15T10:36:34.994" v="107" actId="22"/>
        <pc:sldMkLst>
          <pc:docMk/>
          <pc:sldMk cId="3964031313" sldId="267"/>
        </pc:sldMkLst>
        <pc:picChg chg="add">
          <ac:chgData name="Sakalabhaktula, Harinadh" userId="c44adf5a-caa9-4fb3-bde2-4eedf2d1f434" providerId="ADAL" clId="{D8E978C8-71D9-4BD0-B5D7-69039F0604A5}" dt="2026-04-15T10:36:34.994" v="107" actId="22"/>
          <ac:picMkLst>
            <pc:docMk/>
            <pc:sldMk cId="3964031313" sldId="267"/>
            <ac:picMk id="3" creationId="{3E9C8FA2-0B25-DC6E-4CF5-7507178C35CA}"/>
          </ac:picMkLst>
        </pc:picChg>
      </pc:sldChg>
      <pc:sldChg chg="addSp new mod">
        <pc:chgData name="Sakalabhaktula, Harinadh" userId="c44adf5a-caa9-4fb3-bde2-4eedf2d1f434" providerId="ADAL" clId="{D8E978C8-71D9-4BD0-B5D7-69039F0604A5}" dt="2026-04-15T10:40:51.945" v="109" actId="22"/>
        <pc:sldMkLst>
          <pc:docMk/>
          <pc:sldMk cId="3464166867" sldId="268"/>
        </pc:sldMkLst>
        <pc:picChg chg="add">
          <ac:chgData name="Sakalabhaktula, Harinadh" userId="c44adf5a-caa9-4fb3-bde2-4eedf2d1f434" providerId="ADAL" clId="{D8E978C8-71D9-4BD0-B5D7-69039F0604A5}" dt="2026-04-15T10:40:51.945" v="109" actId="22"/>
          <ac:picMkLst>
            <pc:docMk/>
            <pc:sldMk cId="3464166867" sldId="268"/>
            <ac:picMk id="3" creationId="{9F9749CA-5C03-C7ED-A0B9-52FB70470E73}"/>
          </ac:picMkLst>
        </pc:picChg>
      </pc:sldChg>
      <pc:sldChg chg="addSp new mod">
        <pc:chgData name="Sakalabhaktula, Harinadh" userId="c44adf5a-caa9-4fb3-bde2-4eedf2d1f434" providerId="ADAL" clId="{D8E978C8-71D9-4BD0-B5D7-69039F0604A5}" dt="2026-04-15T10:43:38.611" v="111" actId="22"/>
        <pc:sldMkLst>
          <pc:docMk/>
          <pc:sldMk cId="3070115183" sldId="269"/>
        </pc:sldMkLst>
        <pc:picChg chg="add">
          <ac:chgData name="Sakalabhaktula, Harinadh" userId="c44adf5a-caa9-4fb3-bde2-4eedf2d1f434" providerId="ADAL" clId="{D8E978C8-71D9-4BD0-B5D7-69039F0604A5}" dt="2026-04-15T10:43:38.611" v="111" actId="22"/>
          <ac:picMkLst>
            <pc:docMk/>
            <pc:sldMk cId="3070115183" sldId="269"/>
            <ac:picMk id="3" creationId="{216ECE5C-722A-94F2-C833-5F5958F3C63C}"/>
          </ac:picMkLst>
        </pc:picChg>
      </pc:sldChg>
      <pc:sldChg chg="addSp new mod">
        <pc:chgData name="Sakalabhaktula, Harinadh" userId="c44adf5a-caa9-4fb3-bde2-4eedf2d1f434" providerId="ADAL" clId="{D8E978C8-71D9-4BD0-B5D7-69039F0604A5}" dt="2026-04-15T10:44:37.394" v="113" actId="22"/>
        <pc:sldMkLst>
          <pc:docMk/>
          <pc:sldMk cId="843292330" sldId="270"/>
        </pc:sldMkLst>
        <pc:picChg chg="add">
          <ac:chgData name="Sakalabhaktula, Harinadh" userId="c44adf5a-caa9-4fb3-bde2-4eedf2d1f434" providerId="ADAL" clId="{D8E978C8-71D9-4BD0-B5D7-69039F0604A5}" dt="2026-04-15T10:44:37.394" v="113" actId="22"/>
          <ac:picMkLst>
            <pc:docMk/>
            <pc:sldMk cId="843292330" sldId="270"/>
            <ac:picMk id="3" creationId="{201BE9A9-9180-36CF-32B1-C9540E6AB1B4}"/>
          </ac:picMkLst>
        </pc:picChg>
      </pc:sldChg>
    </pc:docChg>
  </pc:docChgLst>
</pc:chgInfo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821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 err="1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SpringShift</a:t>
            </a:r>
            <a:r>
              <a:rPr lang="en-US" sz="3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Migrator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 Migration Platform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075612" y="4864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Engine — 6-Stage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static conversion: parse → convert → generate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1298448" cy="1920240"/>
          </a:xfrm>
          <a:prstGeom prst="rect">
            <a:avLst/>
          </a:prstGeom>
          <a:solidFill>
            <a:srgbClr val="16203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1298448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724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93192" y="182880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Parser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93192" y="2148840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MuleSoft XML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flows, configs,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connectors, batch jobs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93192" y="2852928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parser.py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618488" y="205740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563EB"/>
                </a:solidFill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764792" y="1280160"/>
            <a:ext cx="1298448" cy="1920240"/>
          </a:xfrm>
          <a:prstGeom prst="rect">
            <a:avLst/>
          </a:prstGeom>
          <a:solidFill>
            <a:srgbClr val="16203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764792" y="1280160"/>
            <a:ext cx="1298448" cy="457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21992" y="1417320"/>
            <a:ext cx="365760" cy="36576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221992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837944" y="182880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Converter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837944" y="2148840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flows to Spring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+ Services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connector handlers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837944" y="2852928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flow_converter.py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063240" y="205740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563EB"/>
                </a:solidFill>
              </a:rPr>
              <a:t>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9544" y="1280160"/>
            <a:ext cx="1298448" cy="1920240"/>
          </a:xfrm>
          <a:prstGeom prst="rect">
            <a:avLst/>
          </a:prstGeom>
          <a:solidFill>
            <a:srgbClr val="16203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209544" y="1280160"/>
            <a:ext cx="1298448" cy="457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666744" y="1417320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666744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282696" y="182880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Mapper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82696" y="2148840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dependencies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starters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mappings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282696" y="2852928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connector_mapper.py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07992" y="205740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563EB"/>
                </a:solidFill>
              </a:rPr>
              <a:t>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54296" y="1280160"/>
            <a:ext cx="1298448" cy="1920240"/>
          </a:xfrm>
          <a:prstGeom prst="rect">
            <a:avLst/>
          </a:prstGeom>
          <a:solidFill>
            <a:srgbClr val="16203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654296" y="1280160"/>
            <a:ext cx="1298448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5111496" y="141732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111496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727448" y="182880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DataWeave Convert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27448" y="2148840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DWL → Java code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expressions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mappings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27448" y="2852928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dataweave_converter.py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952744" y="205740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563EB"/>
                </a:solidFill>
              </a:rPr>
              <a:t>▶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099048" y="1280160"/>
            <a:ext cx="1298448" cy="1920240"/>
          </a:xfrm>
          <a:prstGeom prst="rect">
            <a:avLst/>
          </a:prstGeom>
          <a:solidFill>
            <a:srgbClr val="16203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099048" y="1280160"/>
            <a:ext cx="1298448" cy="45720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6556248" y="141732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556248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172200" y="182880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Generator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172200" y="2148840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project scaffold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pom.xml, Docker, configs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Multi-profile support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172200" y="2852928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spring_generator.py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397496" y="205740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563EB"/>
                </a:solidFill>
              </a:rPr>
              <a:t>▶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543800" y="1280160"/>
            <a:ext cx="1298448" cy="1920240"/>
          </a:xfrm>
          <a:prstGeom prst="rect">
            <a:avLst/>
          </a:prstGeom>
          <a:solidFill>
            <a:srgbClr val="16203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7543800" y="1280160"/>
            <a:ext cx="1298448" cy="457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8001000" y="141732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800100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616952" y="182880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Gen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616952" y="2148840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3.0 spec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documentation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Request/Response schemas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616952" y="2852928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swagger_generator.py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5" name="Shape 4"/>
          <p:cNvSpPr/>
          <p:nvPr/>
        </p:nvSpPr>
        <p:spPr>
          <a:xfrm>
            <a:off x="666205" y="4078224"/>
            <a:ext cx="1463040" cy="347472"/>
          </a:xfrm>
          <a:prstGeom prst="rect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"/>
          <p:cNvSpPr/>
          <p:nvPr/>
        </p:nvSpPr>
        <p:spPr>
          <a:xfrm>
            <a:off x="666205" y="407822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Functions</a:t>
            </a:r>
            <a:endParaRPr lang="en-US" sz="1000" dirty="0"/>
          </a:p>
        </p:txBody>
      </p:sp>
      <p:sp>
        <p:nvSpPr>
          <p:cNvPr id="57" name="Shape 6"/>
          <p:cNvSpPr/>
          <p:nvPr/>
        </p:nvSpPr>
        <p:spPr>
          <a:xfrm>
            <a:off x="2726870" y="4078224"/>
            <a:ext cx="1463040" cy="347472"/>
          </a:xfrm>
          <a:prstGeom prst="rect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7"/>
          <p:cNvSpPr/>
          <p:nvPr/>
        </p:nvSpPr>
        <p:spPr>
          <a:xfrm>
            <a:off x="2726870" y="407822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3.14</a:t>
            </a:r>
            <a:endParaRPr lang="en-US" sz="1000" dirty="0"/>
          </a:p>
        </p:txBody>
      </p:sp>
      <p:sp>
        <p:nvSpPr>
          <p:cNvPr id="59" name="Shape 8"/>
          <p:cNvSpPr/>
          <p:nvPr/>
        </p:nvSpPr>
        <p:spPr>
          <a:xfrm>
            <a:off x="4787536" y="4078224"/>
            <a:ext cx="1463040" cy="347472"/>
          </a:xfrm>
          <a:prstGeom prst="rect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9"/>
          <p:cNvSpPr/>
          <p:nvPr/>
        </p:nvSpPr>
        <p:spPr>
          <a:xfrm>
            <a:off x="4787536" y="407822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Copilot/Azure OpenAI</a:t>
            </a:r>
            <a:endParaRPr lang="en-US" sz="1000" dirty="0"/>
          </a:p>
        </p:txBody>
      </p:sp>
      <p:sp>
        <p:nvSpPr>
          <p:cNvPr id="61" name="Shape 12"/>
          <p:cNvSpPr/>
          <p:nvPr/>
        </p:nvSpPr>
        <p:spPr>
          <a:xfrm>
            <a:off x="6848202" y="4078224"/>
            <a:ext cx="1463040" cy="347472"/>
          </a:xfrm>
          <a:prstGeom prst="rect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13"/>
          <p:cNvSpPr/>
          <p:nvPr/>
        </p:nvSpPr>
        <p:spPr>
          <a:xfrm>
            <a:off x="6848202" y="407822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ACI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User Flow - UI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MuleSoft upload to user ready Spring Boot in minutes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06908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54864" cy="1143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" y="1252728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1252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234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Dashboard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1527048"/>
            <a:ext cx="33832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portal URL → Azure AD SSO auto-login.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shows: total migrations, success rate,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activity, and quick-start buttons.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406908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54880" y="1143000"/>
            <a:ext cx="54864" cy="11430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892040" y="1252728"/>
            <a:ext cx="320040" cy="32004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92040" y="1252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03520" y="1234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MuleSoft Project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0" y="1527048"/>
            <a:ext cx="33832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"Migrate" → Drag &amp; drop project folder or paste XML.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Supports: .xml, .raml, .dwl, .yaml, .properties, .wsdl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Configure: name, Mule version, group/artifact ID.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514600"/>
            <a:ext cx="406908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20040" y="2514600"/>
            <a:ext cx="54864" cy="11430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57200" y="2624328"/>
            <a:ext cx="320040" cy="32004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57200" y="26243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2606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&amp; Start Migration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2898648"/>
            <a:ext cx="33832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AI Enhancement ON/OFF → Select AI provider.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Enable: Generate tests, Swagger, Documentation.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"Start Migration" → Watch Agent Live Feed.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2514600"/>
            <a:ext cx="406908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754880" y="2514600"/>
            <a:ext cx="54864" cy="1143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892040" y="2624328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892040" y="26243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03520" y="2606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Generated Code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03520" y="2898648"/>
            <a:ext cx="33832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tree shows all generated files with syntax highlighting.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any file inline → Save Changes.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ZIP, view Swagger, push to GitHub, or validate.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840480"/>
            <a:ext cx="40690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20040" y="3840480"/>
            <a:ext cx="54864" cy="1051560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57200" y="3950208"/>
            <a:ext cx="320040" cy="320040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57200" y="39502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68680" y="3931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Validate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68680" y="4224528"/>
            <a:ext cx="3383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"Test &amp; Validate" → Auto builds Docker image →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to ACI → Health check → API comparison.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PASS / PARTIAL / FAIL with container logs.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3840480"/>
            <a:ext cx="40690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754880" y="3840480"/>
            <a:ext cx="54864" cy="10515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892040" y="3950208"/>
            <a:ext cx="320040" cy="3200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892040" y="39502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03520" y="3931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GitHub &amp; Deploy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303520" y="4224528"/>
            <a:ext cx="3383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"Push to GitHub" → Enter repo name, branch.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or push to existing repository.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direct link to GitHub repo → CI/CD ready.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Screens — Detailed Technical 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pages, data flow, and what happens behind each click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11480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Page — Behind the Scenes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618488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22960" y="15544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0" y="1554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sent to POST /v2/migrations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multipart/form-data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30936" y="1783080"/>
            <a:ext cx="0" cy="27432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48640" y="2121408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22960" y="2057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28800" y="2057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trigger fires → parser.py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flows &amp; connectors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30936" y="2286000"/>
            <a:ext cx="0" cy="27432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48640" y="2624328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22960" y="2560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28800" y="2560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flow_converter.py maps 40+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 processors to Java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30936" y="2788920"/>
            <a:ext cx="0" cy="27432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48640" y="3127248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22960" y="3063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Enhance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828800" y="3063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models reviews generated code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Handles unknown connectors and enhance the converted one’s </a:t>
            </a:r>
            <a:r>
              <a:rPr lang="en-US" sz="8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aswell</a:t>
            </a: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30936" y="3291840"/>
            <a:ext cx="0" cy="27432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48640" y="3630168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22960" y="3566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828800" y="35661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spring_generator.py creates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project structure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30936" y="3794760"/>
            <a:ext cx="0" cy="27432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548640" y="4133088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22960" y="4069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828800" y="4069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stored in DB, ZIP ready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download via portal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63440" y="1092708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663440" y="1097280"/>
            <a:ext cx="411480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80060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Page — Build &amp; Deploy Flow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46320" y="1618488"/>
            <a:ext cx="164592" cy="164592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120640" y="15544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26480" y="1554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"Test &amp; Validate" button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/v2/builds/{id}/start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928616" y="1783080"/>
            <a:ext cx="0" cy="27432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846320" y="2121408"/>
            <a:ext cx="164592" cy="164592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120640" y="2057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Auto-Patch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26480" y="2057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and failures: imports, Map.of(), bean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names, POM, properties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28616" y="2286000"/>
            <a:ext cx="0" cy="27432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4846320" y="2624328"/>
            <a:ext cx="164592" cy="164592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5120640" y="2560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126480" y="2560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→ Azure Blob → ACR Tasks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Maven → JRE image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928616" y="2788920"/>
            <a:ext cx="0" cy="27432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4846320" y="3127248"/>
            <a:ext cx="164592" cy="164592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5120640" y="3063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ACI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126480" y="3063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→ Azure Container Instances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928616" y="3291840"/>
            <a:ext cx="0" cy="27432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846320" y="3630168"/>
            <a:ext cx="164592" cy="164592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5120640" y="3566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126480" y="35661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 /actuator/health every 5s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Timeout: 120s, then proceed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928616" y="3794760"/>
            <a:ext cx="0" cy="27432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4846320" y="4133088"/>
            <a:ext cx="164592" cy="164592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5120640" y="4069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126480" y="4069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comparison: MuleSoft vs Spring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PARTIAL / FAIL + logs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F583FD-5946-E625-2E84-2DB9F26B9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062" y="887914"/>
            <a:ext cx="7056251" cy="3367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887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0576CC-8576-A713-4B29-01973D530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7453"/>
            <a:ext cx="9144000" cy="4428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720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78899E-239E-731F-DA5D-056CD3B17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9596"/>
            <a:ext cx="9144000" cy="4384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520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964956-B116-6CFA-C6F8-760D0F72C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2775"/>
            <a:ext cx="9144000" cy="435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910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292140-1B43-EB8C-2713-59C2624CD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8491"/>
            <a:ext cx="9144000" cy="4346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098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9C8FA2-0B25-DC6E-4CF5-7507178C3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2950"/>
            <a:ext cx="9144000" cy="43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031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9749CA-5C03-C7ED-A0B9-52FB70470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2652"/>
            <a:ext cx="9144000" cy="439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166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6ECE5C-722A-94F2-C833-5F5958F3C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2950"/>
            <a:ext cx="9144000" cy="43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1151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1BE9A9-9180-36CF-32B1-C9540E6AB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6391"/>
            <a:ext cx="9144000" cy="437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292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75569"/>
      </a:dk2>
      <a:lt2>
        <a:srgbClr val="E7E6E6"/>
      </a:lt2>
      <a:accent1>
        <a:srgbClr val="2563EB"/>
      </a:accent1>
      <a:accent2>
        <a:srgbClr val="ED7D31"/>
      </a:accent2>
      <a:accent3>
        <a:srgbClr val="A5A5A5"/>
      </a:accent3>
      <a:accent4>
        <a:srgbClr val="FFC000"/>
      </a:accent4>
      <a:accent5>
        <a:srgbClr val="3B82F6"/>
      </a:accent5>
      <a:accent6>
        <a:srgbClr val="70AD47"/>
      </a:accent6>
      <a:hlink>
        <a:srgbClr val="2563EB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584</Words>
  <Application>Microsoft Office PowerPoint</Application>
  <PresentationFormat>On-screen Show (16:9)</PresentationFormat>
  <Paragraphs>130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MuleSoft-to-Spring Boot Migrator — Technical Deep-Dive</dc:title>
  <dc:subject>PptxGenJS Presentation</dc:subject>
  <dc:creator>Harinadh</dc:creator>
  <cp:lastModifiedBy>Sakalabhaktula, Harinadh</cp:lastModifiedBy>
  <cp:revision>1</cp:revision>
  <dcterms:created xsi:type="dcterms:W3CDTF">2026-04-15T10:12:24Z</dcterms:created>
  <dcterms:modified xsi:type="dcterms:W3CDTF">2026-04-15T10:53:34Z</dcterms:modified>
</cp:coreProperties>
</file>