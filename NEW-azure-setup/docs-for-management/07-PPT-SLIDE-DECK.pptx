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Agentic AI-Powered</a:t>
            </a:r>
            <a:br/>
            <a:r>
              <a:t>MuleSoft to Spring Boot</a:t>
            </a:r>
            <a:br/>
            <a:r>
              <a:t>Migration Platform</a:t>
            </a:r>
          </a:p>
          <a:p>
            <a:pPr algn="ctr">
              <a:defRPr sz="2200">
                <a:solidFill>
                  <a:srgbClr val="A0C0FF"/>
                </a:solidFill>
              </a:defRPr>
            </a:pPr>
            <a:r>
              <a:t>Automated Enterprise Integration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  <a:r>
              <a:t>Presented by: Harinadh | CG Technology</a:t>
            </a:r>
          </a:p>
          <a:p>
            <a:pPr algn="ctr">
              <a:defRPr sz="1600">
                <a:solidFill>
                  <a:srgbClr val="999999"/>
                </a:solidFill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Enterprise Integration Migration is Painful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Current State: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MuleSoft licensing: $50K–$250K+/year per environment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Proprietary runtime — vendor lock-in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Separate skill set required (DataWeave, Anypoint Studio)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Manual migration: 2–4 weeks per flow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High error rate: 30%+ defects in manual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Industry Trends: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Spring Boot: #1 Java framework (75%+ adoption)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Cloud-native &amp; Kubernetes-ready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Open source — zero licensing cost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Massive developer talent pool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Modern microservices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669280"/>
            <a:ext cx="8534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A56DB"/>
                </a:solidFill>
              </a:defRPr>
            </a:pPr>
            <a:r>
              <a:t>"The question isn't WHETHER to migrate — it's HOW"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Manual Migration: Slow, Expensive, Error-Prone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Manual Migration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Time per flow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2–4 weeks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Error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30%+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Cost per flow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$5,000–$20,000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Consistency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Manual testing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0292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A56DB"/>
                </a:solidFill>
              </a:defRPr>
            </a:pPr>
            <a:r>
              <a:t>50 flows × $10K avg = $500,000 in migration costs alone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AI-Powered Automated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Upload MuleSoft XML  →  AI Pipeline  →  Spring Boot Project  →  Validated &amp; Deployed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(seconds)              (minutes)          (20-50 files)            (automated)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Key Capabilities: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Upload any MuleSoft 4 XML → get runnable Spring Boot project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AI agents handle complex/unknown patterns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30+ connector types supported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Automated validation against original APIs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One-click push to GitHub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7 LLM providers (GitHub Copilot, Claude, GPT-4, Gemini, DeepSeek, Groq, Ollama)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RAG knowledge base with 100+ migration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What Makes This "Agentic AI"?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Traditional Tool: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Match pattern → Output template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Unknown pattern → ERROR / SKIP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No learning, no adaptation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No quality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Our Agentic AI Platform: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Rule engine for known patterns (fast)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AI Agents for unknown patterns (adaptive)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RAG knowledge base (domain expertise)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LLM code review (quality assurance)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Multi-agent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8534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A56DB"/>
                </a:solidFill>
              </a:defRPr>
            </a:pPr>
            <a:r>
              <a:t>4 AI Agents:  Planner → Engine → Coder → Reviewer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Enterprise-Grade Azure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8534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</a:defRPr>
            </a:pPr>
            <a:r>
              <a:t>[React Frontend] ← Azure AD SSO</a:t>
            </a:r>
          </a:p>
          <a:p>
            <a:pPr>
              <a:defRPr sz="1500">
                <a:solidFill>
                  <a:srgbClr val="2D2D2D"/>
                </a:solidFill>
              </a:defRPr>
            </a:pPr>
            <a:r>
              <a:t>↓</a:t>
            </a:r>
          </a:p>
          <a:p>
            <a:pPr>
              <a:defRPr sz="1500">
                <a:solidFill>
                  <a:srgbClr val="2D2D2D"/>
                </a:solidFill>
              </a:defRPr>
            </a:pPr>
            <a:r>
              <a:t>[Azure Functions] (Serverless Python)</a:t>
            </a:r>
          </a:p>
          <a:p>
            <a:pPr>
              <a:defRPr sz="1500">
                <a:solidFill>
                  <a:srgbClr val="2D2D2D"/>
                </a:solidFill>
              </a:defRPr>
            </a:pPr>
            <a:r>
              <a:t>↓</a:t>
            </a:r>
          </a:p>
          <a:p>
            <a:pPr>
              <a:defRPr sz="1500">
                <a:solidFill>
                  <a:srgbClr val="2D2D2D"/>
                </a:solidFill>
              </a:defRPr>
            </a:pPr>
            <a:r>
              <a:t>[Migration Engine]</a:t>
            </a:r>
          </a:p>
          <a:p>
            <a:pPr>
              <a:defRPr sz="1500">
                <a:solidFill>
                  <a:srgbClr val="2D2D2D"/>
                </a:solidFill>
              </a:defRPr>
            </a:pPr>
            <a:r>
              <a:t>├── Parser (30+ namespaces)</a:t>
            </a:r>
          </a:p>
          <a:p>
            <a:pPr>
              <a:defRPr sz="1500">
                <a:solidFill>
                  <a:srgbClr val="2D2D2D"/>
                </a:solidFill>
              </a:defRPr>
            </a:pPr>
            <a:r>
              <a:t>├── DataWeave Converter (DW 2.0 → Java Streams)</a:t>
            </a:r>
          </a:p>
          <a:p>
            <a:pPr>
              <a:defRPr sz="1500">
                <a:solidFill>
                  <a:srgbClr val="2D2D2D"/>
                </a:solidFill>
              </a:defRPr>
            </a:pPr>
            <a:r>
              <a:t>├── Flow Converter (Flows → Controllers/Listeners)</a:t>
            </a:r>
          </a:p>
          <a:p>
            <a:pPr>
              <a:defRPr sz="1500">
                <a:solidFill>
                  <a:srgbClr val="2D2D2D"/>
                </a:solidFill>
              </a:defRPr>
            </a:pPr>
            <a:r>
              <a:t>├── Connector Mapper (Mule → Maven Dependencies)</a:t>
            </a:r>
          </a:p>
          <a:p>
            <a:pPr>
              <a:defRPr sz="1500">
                <a:solidFill>
                  <a:srgbClr val="2D2D2D"/>
                </a:solidFill>
              </a:defRPr>
            </a:pPr>
            <a:r>
              <a:t>├── Spring Boot Generator (Full project structure)</a:t>
            </a:r>
          </a:p>
          <a:p>
            <a:pPr>
              <a:defRPr sz="1500">
                <a:solidFill>
                  <a:srgbClr val="2D2D2D"/>
                </a:solidFill>
              </a:defRPr>
            </a:pPr>
            <a:r>
              <a:t>├── LLM Agent (7 providers for unknowns)</a:t>
            </a:r>
          </a:p>
          <a:p>
            <a:pPr>
              <a:defRPr sz="1500">
                <a:solidFill>
                  <a:srgbClr val="2D2D2D"/>
                </a:solidFill>
              </a:defRPr>
            </a:pPr>
            <a:r>
              <a:t>└── RAG Service (pgvector semantic search)</a:t>
            </a:r>
          </a:p>
          <a:p>
            <a:pPr>
              <a:defRPr sz="1500">
                <a:solidFill>
                  <a:srgbClr val="2D2D2D"/>
                </a:solidFill>
              </a:defRPr>
            </a:pPr>
            <a:r>
              <a:t>↓</a:t>
            </a:r>
          </a:p>
          <a:p>
            <a:pPr>
              <a:defRPr sz="1500">
                <a:solidFill>
                  <a:srgbClr val="2D2D2D"/>
                </a:solidFill>
              </a:defRPr>
            </a:pPr>
            <a:r>
              <a:t>[Azure Services] PostgreSQL + Redis + ACR + ACI + Key Vault + App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10 Steps to a Running Spring Boot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1   Upload XML             ━━▶  Validate (XXE check)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2   AI Planner              ━━▶  Analyze complexity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3   XML Parser              ━━▶  Extract flows, configs (30+ namespaces)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4   RAG Search              ━━▶  Find migration patterns (100+ examples)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5   DataWeave Convert    ━━▶  DW 2.0 → Java Streams API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6   Flow Convert            ━━▶  Flows → Controllers / Listeners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7   Project Generate       ━━▶  Full Spring Boot project (20-50 files)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8   AI Code Review         ━━▶  Quality &amp; security check (score 1-10)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9   Maven Build              ━━▶  Compile &amp; Docker package (ACR)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10  Live Validation          ━━▶  Deploy to ACI &amp; compare APIs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Comprehensive MuleSoft 4 Support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058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31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Connectors Supported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Web/HTTP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HTTP Listener, HTTP Request, APIkit Router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MySQL, PostgreSQL, Oracle, SQL Server, Stored Procs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Messaging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JMS (ActiveMQ), AMQP (RabbitMQ), Apache Kafka, VM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File, SFTP, FTP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Cloud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Salesforce, AWS S3, SQS, SNS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NoSQL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MongoDB, Redis, Elasticsearch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IMAP, POP3, SMTP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Transforms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DataWeave 2.0, MEL Expressions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Batch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Batch Jobs, Steps, Aggregators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OAuth 2.0, Spring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RAG: Teaching AI to Migrate Like an Expert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t>The Challenge: Generic LLMs don't know MuleSoft-to-Spring Boot patterns</a:t>
            </a:r>
          </a:p>
          <a:p>
            <a:pPr>
              <a:defRPr sz="1700">
                <a:solidFill>
                  <a:srgbClr val="2D2D2D"/>
                </a:solidFill>
              </a:defRPr>
            </a:pP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Our Solution — RAG (Retrieval Augmented Generation):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• 100+ curated migration patterns in knowledge base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• text-embedding-3-large embeddings (3072 dimensions)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• PostgreSQL pgvector for vector similarity search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• Relevant patterns injected into every LLM prompt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• Result: Domain-expert level code generation</a:t>
            </a:r>
          </a:p>
          <a:p>
            <a:pPr>
              <a:defRPr sz="1700">
                <a:solidFill>
                  <a:srgbClr val="2D2D2D"/>
                </a:solidFill>
              </a:defRPr>
            </a:pP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Impact: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• Compilation success rate: 65% → 90%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• Code quality score: 6/10 → 8/10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• Correct dependency mapping: 80% → 95%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7 LLM Providers — Best Tool for Each Task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058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Advantage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GitHub Copilot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GPT-4.1, GPT-4o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Code generation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Free with subscription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Anthropic Claude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Claude Sonnet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Complex logic,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Highest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GPT-4o, o3-mini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General tasks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Fast + reliable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Google Gemini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Gemini 2.5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Long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1M token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DeepSeek Coder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Code-specific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Cost-effective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Groq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Llama 3.3-70B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Fast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Fastest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Ollama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Local models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Private/offline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No data leaves network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4864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56DB"/>
                </a:solidFill>
              </a:defRPr>
            </a:pPr>
            <a:r>
              <a:t>Customer chooses based on: security requirements, cost budget, quality needs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Live Demo — Watch a Real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484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t>Demo Script: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1. Open platform → Show Azure AD SSO login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2. Paste sample MuleSoft XML (HTTP + Database + JMS)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3. Enable AI Enhancement (GitHub Copilot)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4. Click "Migrate" → Watch agent pipeline in real-time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5. Browse generated files in Monaco code editor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6. Click "Build" → Show Maven build logs streaming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7. Click "Validate" → Deploy to Azure Container Instances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8. Run API comparison → Show side-by-side results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9. Push to GitHub → Show commit URL</a:t>
            </a:r>
          </a:p>
          <a:p>
            <a:pPr>
              <a:defRPr sz="1700">
                <a:solidFill>
                  <a:srgbClr val="2D2D2D"/>
                </a:solidFill>
              </a:defRPr>
            </a:pP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End-to-end: XML upload → running Spring Boot container in &lt; 5 minutes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What You Get — Complete Spring Boot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customer-service/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├── pom.xml                          (Maven + all dependencies)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├── Dockerfile                        (Multi-stage build)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├── docker-compose.yml            (Local dev environment)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├── src/main/java/.../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│   ├── Application.java              (@SpringBootApplication)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│   ├── config/                          (JMS, Kafka, Security, CORS configs)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│   ├── controller/                     (REST endpoints from HTTP flows)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│   ├── service/                         (Business logic from sub-flows)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│   ├── listener/                        (JMS, AMQP, Kafka listeners)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│   ├── scheduler/                     (Scheduled tasks)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│   ├── exception/                     (@ControllerAdvice + custom exceptions)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│   └── util/                              (Utility classes)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├── src/main/resources/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│   ├── application.properties     (Configuration with profiles)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│   └── logback-spring.xml         (Logging configuration)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└── src/test/java/.../                  (Unit tests with @WebMvcTest)</a:t>
            </a:r>
          </a:p>
          <a:p>
            <a:pPr>
              <a:defRPr sz="1400">
                <a:solidFill>
                  <a:srgbClr val="2D2D2D"/>
                </a:solidFill>
              </a:defRPr>
            </a:pP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20–50+ files, production-ready, with tests and Docker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Automated API Validation — Trust but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484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Original MuleSoft App                    New Spring Boot App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↓                                                     ↓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Call GET /api/customers              Call GET /api/customers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↓                                                     ↓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Status: 200                                       Status: 200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Body: [{{...}}]                                    Body: [{{...}}]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↓                                                     ↓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COMPARE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Status Match: ✓    Body Match: ✓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Verdict: PASS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66666"/>
                </a:solidFill>
              </a:defRPr>
            </a:pPr>
            <a:r>
              <a:t>Features: Side-by-side comparison | Ephemeral containers (auto-teardown) | Full container logs | Manual verdict: Pass / Fail / Partial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Enterprise-Grade Security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058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68580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Security Layer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Azure AD SSO (OIDC) + RBAC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Input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XXE prevention (defusedxml)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Secrets Management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Azure Key Vault + Managed Identity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Network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VNet, Private Endpoints, TLS 1.2+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Rate Limiting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Redis sliding window (30 req/min)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Full AI decision trace 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Data Residency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All data in customer's Azure tenant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Measurable Business Impact — ROI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Automated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Time per flow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3 weeks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15 minutes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99.5% faster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Error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&lt;10%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3x fewer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Cost per flow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$10,000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$2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5000x cheaper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Consistency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Standardized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Automated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Zero-effort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5720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56DB"/>
                </a:solidFill>
              </a:defRPr>
            </a:pPr>
            <a:r>
              <a:t>Example: 50 MuleSoft Flows</a:t>
            </a:r>
          </a:p>
          <a:p>
            <a:pPr>
              <a:defRPr sz="1800">
                <a:solidFill>
                  <a:srgbClr val="1A56DB"/>
                </a:solidFill>
              </a:defRPr>
            </a:pPr>
            <a:r>
              <a:t>• Manual: 50 × 3 weeks × $3,300/week = $495,000</a:t>
            </a:r>
          </a:p>
          <a:p>
            <a:pPr>
              <a:defRPr sz="1800">
                <a:solidFill>
                  <a:srgbClr val="1A56DB"/>
                </a:solidFill>
              </a:defRPr>
            </a:pPr>
            <a:r>
              <a:t>• Automated: 50 × $2 LLM + platform = &lt; $1,000</a:t>
            </a:r>
          </a:p>
          <a:p>
            <a:pPr>
              <a:defRPr sz="1800">
                <a:solidFill>
                  <a:srgbClr val="1A56DB"/>
                </a:solidFill>
              </a:defRPr>
            </a:pPr>
            <a:r>
              <a:t>• Savings: $494,000+ (99.8%)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Built on Enterprise Technologies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0584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31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React 18 + TypeScript + TailwindCSS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Azure AD (MSAL) + RBAC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Azure Functions (Python, serverless)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PostgreSQL 16 + pgvector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Cache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Azure Redis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AI/LLM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7 providers (OpenAI, Claude, Gemini, DeepSeek, Groq, Ollama)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Embeddings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text-embedding-3-large (3072 dimensions)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Builds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Azure Container Registry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Azure Container Instances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Terraform (IaC)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CI/CD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Azure Pipelines (5-stage)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Application Insights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Current &amp; Future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v2.0 (Current):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• MuleSoft 4 → Spring Boot 3.2 migration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• 30+ connector types supported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• 7 LLM providers integrated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• Real-time validation with API comparison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• GitHub integration (one-click push)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• RAG knowledge base (100+ patterns)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v3.0 (Planned):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• MuleSoft 3 migration support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• Spring WebFlux (reactive) output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• Kubernetes manifest generation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• Custom connector plugin system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• Migration analytics dashboard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• Batch migration (multiple projects)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• RAML → OpenAPI auto-conversion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A0C0FF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t>Harinadh — CG Technology</a:t>
            </a:r>
          </a:p>
          <a:p>
            <a:pPr algn="ctr">
              <a:defRPr sz="1600">
                <a:solidFill>
                  <a:srgbClr val="999999"/>
                </a:solidFill>
              </a:defRPr>
            </a:pPr>
            <a:r>
              <a:t>Documentation: docs-for-management/ folder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